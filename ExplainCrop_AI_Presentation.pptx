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ExplainCrop-AI is an advanced, machine learning-driven platform designed to assist farmers in making data-driven agricultural decisions.</a:t>
            </a:r>
          </a:p>
          <a:p>
            <a:pPr/>
            <a:r>
              <a:t>The system analyzes critical soil parameters (Nitrogen, Phosphorus, Potassium, pH) and real-time climatic data (Temperature, Humidity, Rainfall).</a:t>
            </a:r>
          </a:p>
          <a:p>
            <a:pPr/>
            <a:r>
              <a:t>Features a scalable architecture utilizing FastAPI for the backend and Streamlit for the user interface.</a:t>
            </a:r>
          </a:p>
          <a:p>
            <a:pPr/>
            <a:r>
              <a:t>Incorporates a robust authentication system (OAuth2 &amp; Developer APIs) and localized multi-language support (English, Hindi, Tamil, Telugu).</a:t>
            </a:r>
          </a:p>
          <a:p>
            <a:pPr/>
            <a:r>
              <a:t>Includes automated CI/CD pipelines, dynamic PDF report generation, and smart prediction history management for seamless agricultural advisory.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Scope:</a:t>
            </a:r>
          </a:p>
          <a:p>
            <a:pPr lvl="1"/>
            <a:r>
              <a:t>  Predicting the most suitable crop based on localized soil and climate profiles.</a:t>
            </a:r>
          </a:p>
          <a:p>
            <a:pPr lvl="1"/>
            <a:r>
              <a:t>  Providing secure backend access via Developer API keys and Admin Privilege roles.</a:t>
            </a:r>
          </a:p>
          <a:p>
            <a:pPr lvl="1"/>
            <a:r>
              <a:t>  Offering a highly accessible user interface with native regional language translations.</a:t>
            </a:r>
          </a:p>
          <a:p>
            <a:pPr/>
          </a:p>
          <a:p>
            <a:pPr/>
            <a:r>
              <a:t>Motivation:</a:t>
            </a:r>
          </a:p>
          <a:p>
            <a:pPr lvl="1"/>
            <a:r>
              <a:t>  Traditional farming relies heavily on intuition, leading to sub-optimal yields due to changing climate conditions.</a:t>
            </a:r>
          </a:p>
          <a:p>
            <a:pPr lvl="1"/>
            <a:r>
              <a:t>  There is a critical need for accessible, technology-driven tools that can process environmental data and provide actionable intelligence to farmers.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Agricultural Challenge:</a:t>
            </a:r>
          </a:p>
          <a:p>
            <a:pPr lvl="1"/>
            <a:r>
              <a:t>  Soil health and unpredictable weather patterns are primary factors affecting crop yield.</a:t>
            </a:r>
          </a:p>
          <a:p>
            <a:pPr/>
            <a:r>
              <a:t>The Solution:</a:t>
            </a:r>
          </a:p>
          <a:p>
            <a:pPr lvl="1"/>
            <a:r>
              <a:t>  ExplainCrop-AI bridges the gap between precision agriculture and local farmers by leveraging machine learning.</a:t>
            </a:r>
          </a:p>
          <a:p>
            <a:pPr/>
            <a:r>
              <a:t>Core Technologies:</a:t>
            </a:r>
          </a:p>
          <a:p>
            <a:pPr lvl="1"/>
            <a:r>
              <a:t>  Machine Learning: Scikit-learn (Random Forest) for crop prediction.</a:t>
            </a:r>
          </a:p>
          <a:p>
            <a:pPr lvl="1"/>
            <a:r>
              <a:t>  Backend: FastAPI for high-performance, rate-limited REST API endpoints.</a:t>
            </a:r>
          </a:p>
          <a:p>
            <a:pPr lvl="1"/>
            <a:r>
              <a:t>  Frontend: Streamlit for an interactive, responsive web dashboard.</a:t>
            </a:r>
          </a:p>
          <a:p>
            <a:pPr lvl="1"/>
            <a:r>
              <a:t>  Data Management: SQLite (Relational Auth) and Parquet (Fast Dataset Loading).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Machine Learning for Crop Yield Prediction (2021)</a:t>
            </a:r>
          </a:p>
          <a:p>
            <a:pPr lvl="1"/>
            <a:r>
              <a:t>   Methodology: Random Forest, SVM</a:t>
            </a:r>
          </a:p>
          <a:p>
            <a:pPr lvl="1"/>
            <a:r>
              <a:t>   Inference: Ensembles provide higher accuracy for diverse soil conditions.</a:t>
            </a:r>
          </a:p>
          <a:p>
            <a:pPr/>
            <a:r>
              <a:t>2. IoT based Smart Agriculture System (2020)</a:t>
            </a:r>
          </a:p>
          <a:p>
            <a:pPr lvl="1"/>
            <a:r>
              <a:t>   Methodology: Sensor Data Fusion, API</a:t>
            </a:r>
          </a:p>
          <a:p>
            <a:pPr lvl="1"/>
            <a:r>
              <a:t>   Inference: Emphasizes the need for real-time climate data integration.</a:t>
            </a:r>
          </a:p>
          <a:p>
            <a:pPr/>
            <a:r>
              <a:t>3. Precision Agriculture using Deep Learning (2022)</a:t>
            </a:r>
          </a:p>
          <a:p>
            <a:pPr lvl="1"/>
            <a:r>
              <a:t>   Methodology: Neural Networks</a:t>
            </a:r>
          </a:p>
          <a:p>
            <a:pPr lvl="1"/>
            <a:r>
              <a:t>   Inference: Complex models are powerful but require high computational overhead.</a:t>
            </a:r>
          </a:p>
          <a:p>
            <a:pPr/>
            <a:r>
              <a:t>4. Localization in Agritech Applications (2023)</a:t>
            </a:r>
          </a:p>
          <a:p>
            <a:pPr lvl="1"/>
            <a:r>
              <a:t>   Methodology: NLP, Translation APIs</a:t>
            </a:r>
          </a:p>
          <a:p>
            <a:pPr lvl="1"/>
            <a:r>
              <a:t>   Inference: Multi-language support dramatically increases user 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develop a highly accurate Machine Learning model capable of predicting crop suitability based on 7 environmental features.</a:t>
            </a:r>
          </a:p>
          <a:p>
            <a:pPr/>
            <a:r>
              <a:t>To design a secure, scalable backend using FastAPI with extended JWT sessions and dual-authentication.</a:t>
            </a:r>
          </a:p>
          <a:p>
            <a:pPr/>
            <a:r>
              <a:t>To create an accessible, multi-lingual web interface using Streamlit with Smart History Saving capabilities.</a:t>
            </a:r>
          </a:p>
          <a:p>
            <a:pPr/>
            <a:r>
              <a:t>To ensure software reliability and maintainability through automated CI/CD pipelines, Unit Testing, and cross-repository collaboration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Despite advancements in agricultural science, many farmers lack access to precise, data-driven recommendations tailored to their specific soil and micro-climate.</a:t>
            </a:r>
          </a:p>
          <a:p>
            <a:pPr/>
            <a:r>
              <a:t>Existing solutions are often technically complex, lack regional language support, and do not provide developer-friendly APIs for integration into broader agricultural ecosystems.</a:t>
            </a:r>
          </a:p>
          <a:p>
            <a:pPr/>
            <a:r>
              <a:t>There is a critical need for a unified, secure, and accessible platform that democratizes precision agriculture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/ Flow Diagram:</a:t>
            </a:r>
          </a:p>
          <a:p>
            <a:pPr lvl="1"/>
            <a:r>
              <a:t>  User UI &lt;-&gt; Streamlit &lt;-&gt; FastAPI Backend &lt;-&gt; ML Model / SQLite DB</a:t>
            </a:r>
          </a:p>
          <a:p>
            <a:pPr/>
            <a:r>
              <a:t>Modules &amp; Module Description:</a:t>
            </a:r>
          </a:p>
          <a:p>
            <a:pPr lvl="1"/>
            <a:r>
              <a:t>  1. Authentication &amp; Roles: Secure registration (passlib/bcrypt), extended 24-hr JWT sessions, and Admin Privileges.</a:t>
            </a:r>
          </a:p>
          <a:p>
            <a:pPr lvl="1"/>
            <a:r>
              <a:t>  2. ML Inference Engine: Processes incoming JSON payloads and queries the pre-trained scikit-learn model.</a:t>
            </a:r>
          </a:p>
          <a:p>
            <a:pPr lvl="1"/>
            <a:r>
              <a:t>  3. Localization Engine: Dynamically translates the UI components into English, Hindi, Tamil, and Telugu.</a:t>
            </a:r>
          </a:p>
          <a:p>
            <a:pPr lvl="1"/>
            <a:r>
              <a:t>  4. Reporting &amp; History Management: Dynamic PDF generation and Manual Save buttons to optimize database writes.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Control &amp; CI/CD:</a:t>
            </a:r>
          </a:p>
          <a:p>
            <a:pPr lvl="1"/>
            <a:r>
              <a:t>  Isolated features into clean branches, solved upstream merge conflicts, and fixed security library dependency conflicts (bcrypt/passlib).</a:t>
            </a:r>
          </a:p>
          <a:p>
            <a:pPr/>
            <a:r>
              <a:t>Streamlit Application UI:</a:t>
            </a:r>
          </a:p>
          <a:p>
            <a:pPr lvl="1"/>
            <a:r>
              <a:t>  Resolved KeyError crashes for model visualization (SHAP variables) and UI styling.</a:t>
            </a:r>
          </a:p>
          <a:p>
            <a:pPr/>
            <a:r>
              <a:t>Demo Showcase:</a:t>
            </a:r>
          </a:p>
          <a:p>
            <a:pPr lvl="1"/>
            <a:r>
              <a:t>  1. Show Multi-Language translations in real-time.</a:t>
            </a:r>
          </a:p>
          <a:p>
            <a:pPr lvl="1"/>
            <a:r>
              <a:t>  2. Demonstrate Prediction History using the new Manual Save functionality.</a:t>
            </a:r>
          </a:p>
          <a:p>
            <a:pPr lvl="1"/>
            <a:r>
              <a:t>  3. Download dynamically generated PDF Crop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Screenshots of Output:</a:t>
            </a:r>
          </a:p>
          <a:p>
            <a:pPr lvl="1"/>
            <a:r>
              <a:t>  Insert screenshots of the Streamlit Prediction page, Smart History Save Button, and PDF Report.</a:t>
            </a:r>
          </a:p>
          <a:p>
            <a:pPr/>
            <a:r>
              <a:t>Graphs:</a:t>
            </a:r>
          </a:p>
          <a:p>
            <a:pPr lvl="1"/>
            <a:r>
              <a:t>  Insert a correlation heatmap of the soil features or a feature importance graph from the ML model.</a:t>
            </a:r>
          </a:p>
          <a:p>
            <a:pPr/>
            <a:r>
              <a:t>Tabulated Results:</a:t>
            </a:r>
          </a:p>
          <a:p>
            <a:pPr lvl="1"/>
            <a:r>
              <a:t>  The system processes requests with sub-second latency via FastAPI.</a:t>
            </a:r>
          </a:p>
          <a:p>
            <a:pPr lvl="1"/>
            <a:r>
              <a:t>  The CI/CD pipeline ensures 100% passing tests on Python 3.12, maintaining a conflict-free, production-ready codebase.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ExplainCrop-AI successfully demonstrates how modern web frameworks and Machine Learning can be combined to solve real-world agricultural problems.</a:t>
            </a:r>
          </a:p>
          <a:p>
            <a:pPr/>
            <a:r>
              <a:t>By implementing robust authentication with extended JWTs, Smart History Management, automated CI/CD, and multi-lingual support, the project transitions into a highly reliable software platform.</a:t>
            </a:r>
          </a:p>
          <a:p>
            <a:pPr/>
            <a:r>
              <a:t>The integration of Developer APIs further extends its utility, allowing the intelligence to be embedded into external IoT or mobile applications.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Weather API Integration: Connecting to live weather services (e.g., OpenWeatherMap) to auto-fill climate data.</a:t>
            </a:r>
          </a:p>
          <a:p>
            <a:pPr/>
            <a:r>
              <a:t>Crop Disease Detection: Expanding the model to include computer vision capabilities for detecting plant diseases.</a:t>
            </a:r>
          </a:p>
          <a:p>
            <a:pPr/>
            <a:r>
              <a:t>Yield Forecasting: Integrating historical yield data and market prices to recommend crops for maximum economic profitability.</a:t>
            </a:r>
          </a:p>
          <a:p>
            <a:pPr/>
            <a:r>
              <a:t>Mobile Application: Packaging the system into a native Android/iOS application.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Scikit-learn Documentation: https://scikit-learn.org/</a:t>
            </a:r>
          </a:p>
          <a:p>
            <a:pPr/>
            <a:r>
              <a:t>2. FastAPI Documentation: https://fastapi.tiangolo.com/</a:t>
            </a:r>
          </a:p>
          <a:p>
            <a:pPr/>
            <a:r>
              <a:t>3. Streamlit Documentation: https://docs.streamlit.io/</a:t>
            </a:r>
          </a:p>
          <a:p>
            <a:pPr/>
            <a:r>
              <a:t>4. Machine Learning in Agriculture: A Review (2020) - Sensors Journal.</a:t>
            </a:r>
          </a:p>
          <a:p>
            <a:pPr/>
            <a:r>
              <a:t>5. IoT and ML-based Smart Agriculture (2021) - IEEE Xplore.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